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6C64-9A0B-04A4-D252-5D299A546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69BC0-76E3-B072-C5E8-B1C6688AC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0005-5747-C121-D4D5-28F7C9FC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AB7C-972C-22BD-7204-DD468F77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BBE05-575A-10D8-D5F8-BFB96CB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9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17FF-D347-29A2-AC2D-ADB7520D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747B-5454-C649-ABE3-495F43C85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27FC-101F-C800-2C74-AB70C4CF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7E3E0-8EFA-DD30-6396-6DA8C3AA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1343-356B-1929-ACA6-B1288D86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D17B-1BAB-7D7F-939A-BE29CF8FC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19B81-CAD6-1CEF-A8CF-C3E8D60B0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6938C-29BD-1EB1-A09A-7FD4B63C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A4EB6-94E2-1497-6C4E-0E81B386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6284D-E928-6CB9-2461-D8343382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3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CAD8-6C4F-FA19-AA82-5B2DEEC8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8C29-70CA-A2CC-6E8B-E18771344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F44-FFBF-5D6F-285E-D9E28A918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CAF7B-0839-3313-C85D-115BCCCE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CF796-20F4-D5C0-838F-D440C418E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3600D-A83D-E4E3-818F-9787D100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2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3141-9164-1DEC-6F22-A7DA0795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35BF1-40D8-7BA7-F2F2-CFC3CEEEA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8729D-7D3E-1989-F588-4E5CE0D68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91A14-2861-F322-8437-55B59374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54D08-AD2F-5FC0-EB3E-A4FD37643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B4D48-0872-6CA2-C2AA-EBC25046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10B9F-5CF4-2A25-968B-07294D86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1857C-188C-2ED1-0A2F-9B83AB02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7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093C-C2F9-2716-377A-14DB739B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3F3E0-990F-3C58-03BB-A9B9034B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D1035-FCAA-08BD-E5EE-751481B0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EFAA2-7346-785A-D364-FCF63C27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99065-B1E7-1BB7-0970-9557BEC1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49056-90CC-DC90-EA42-0B3F2704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73AC-CCC7-6106-A260-8353D2F9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0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A5C1-9952-6948-7841-AC43F805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582A-762B-016C-A175-35EA9471B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A6865-3472-329C-F54D-A419DD690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05865-6B03-B612-B829-575C970E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F6DCE-5FB8-A690-156E-31CACFFE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C9124-D99A-4F9F-2ED6-9B7FA554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5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4F47-D645-9B2F-0416-10D8C4FB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98004-CB6B-3C00-1429-66FD5189E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7B3D8-8522-575A-020F-CC8C2841F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E0A8B-7CA5-DBFE-37A8-8D99C1D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B618B-A212-825D-6CDD-3B3701AD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1EE37-2274-B1D7-201A-03E9EFA4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1385-06EA-0FAB-B8D9-E4DF2644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CC548-3C64-92F3-F118-7D8AD428A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EF774-07AF-1B5F-1BA9-E3E51A33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CF311-1831-E769-8945-26A414CF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2CDBC-2679-8D38-8649-7E827D57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8402D-610F-83B1-F23A-A4C9C8274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53175-FF12-6AD5-76D6-2239DB8AC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7134-AB9F-7D60-E7DF-F3EE9A44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FC96F-7880-1EBE-15BE-69ED3AEC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AA0C5-D346-D2C4-66C5-F45CED65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3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40E01-D0F1-6CA6-381E-4D6B2320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BA9DF-C44E-3D71-4FE6-12F6BE801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BF5F9-8616-30A7-3B74-F19496BDE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4D8BD-87CF-451D-B942-492706D5B3C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28D1E-0212-F6EB-AA63-15D05EC6E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784D-0916-0A5E-764B-9A99CABE1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08869-43E2-4F40-980F-B133888F9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6DB162-172B-4B6B-8067-3D02002AD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984" y="0"/>
            <a:ext cx="54864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66258-6B6C-43B2-E5FC-4F9E087C7931}"/>
              </a:ext>
            </a:extLst>
          </p:cNvPr>
          <p:cNvSpPr txBox="1"/>
          <p:nvPr/>
        </p:nvSpPr>
        <p:spPr>
          <a:xfrm>
            <a:off x="4498848" y="210312"/>
            <a:ext cx="3355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CIRCUIT DESIGN </a:t>
            </a:r>
          </a:p>
        </p:txBody>
      </p:sp>
    </p:spTree>
    <p:extLst>
      <p:ext uri="{BB962C8B-B14F-4D97-AF65-F5344CB8AC3E}">
        <p14:creationId xmlns:p14="http://schemas.microsoft.com/office/powerpoint/2010/main" val="246135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8139B9-804B-3F4A-59E9-96B3FF794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922" y="0"/>
            <a:ext cx="803533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CCD804-191F-277A-6B19-7FCF8A764838}"/>
              </a:ext>
            </a:extLst>
          </p:cNvPr>
          <p:cNvSpPr txBox="1"/>
          <p:nvPr/>
        </p:nvSpPr>
        <p:spPr>
          <a:xfrm>
            <a:off x="137160" y="2999232"/>
            <a:ext cx="4553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CIRCUIT FLOW DIAGRAM</a:t>
            </a:r>
          </a:p>
        </p:txBody>
      </p:sp>
    </p:spTree>
    <p:extLst>
      <p:ext uri="{BB962C8B-B14F-4D97-AF65-F5344CB8AC3E}">
        <p14:creationId xmlns:p14="http://schemas.microsoft.com/office/powerpoint/2010/main" val="88056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VICTOR</dc:creator>
  <cp:lastModifiedBy>KEVIN VICTOR</cp:lastModifiedBy>
  <cp:revision>2</cp:revision>
  <dcterms:created xsi:type="dcterms:W3CDTF">2026-04-23T10:38:31Z</dcterms:created>
  <dcterms:modified xsi:type="dcterms:W3CDTF">2026-04-23T10:41:27Z</dcterms:modified>
</cp:coreProperties>
</file>